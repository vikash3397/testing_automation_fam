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FAM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2825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0"/>
                </a:solidFill>
              </a:defRPr>
            </a:pPr>
            <a:r>
              <a:rPr dirty="0"/>
              <a:t>Automated Functional Testing for Financial Application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What It Does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Automates end-to-end functional tests against the FAM web application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Excel-driven test definitions with results written back to the workbook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AI agents execute full test cases and generate re-runnable Python scripts</a:t>
            </a:r>
          </a:p>
          <a:p>
            <a:pPr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Key Capabilities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Playwright UI automation — login, navigation, grids, dialogs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Oracle SQL validation via SQLcl MCP integration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• Per-test deliverables: Python scripts + step screenshots as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t>Workflow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1. Define tests in Excel (steps + input values)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2. Run /test-runner — orchestrates Cursor AI agents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3. test-agent executes UI &amp; SQL steps against FAM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4. Outputs scripts, screenshots, and Excel results</a:t>
            </a:r>
          </a:p>
          <a:p>
            <a:endParaRPr/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t>Technology Stack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Python 3.10+  |  Playwright  |  openpyxl  |  Cursor AI Agents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</a:defRPr>
            </a:pPr>
            <a:r>
              <a:t>MCP: Playwright + Oracle SQLcl  |  pytest</a:t>
            </a:r>
          </a:p>
          <a:p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Sample Tests</a:t>
            </a:r>
          </a:p>
          <a:p>
            <a:pPr>
              <a:spcAft>
                <a:spcPts val="300"/>
              </a:spcAft>
              <a:defRPr sz="1200">
                <a:solidFill>
                  <a:srgbClr val="3C3C3C"/>
                </a:solidFill>
              </a:defRPr>
            </a:pPr>
            <a:r>
              <a:t>• FAM_TestCase_001 — ACCRUALS document summary validation</a:t>
            </a:r>
          </a:p>
          <a:p>
            <a:pPr>
              <a:spcAft>
                <a:spcPts val="300"/>
              </a:spcAft>
              <a:defRPr sz="1200">
                <a:solidFill>
                  <a:srgbClr val="3C3C3C"/>
                </a:solidFill>
              </a:defRPr>
            </a:pPr>
            <a:r>
              <a:t>• FAM_TestCase_002 — ACTUAL document summary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CSG Systems Inc  |  Internal FAM Testing Workspace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Kumar</cp:lastModifiedBy>
  <cp:revision>2</cp:revision>
  <dcterms:created xsi:type="dcterms:W3CDTF">2013-01-27T09:14:16Z</dcterms:created>
  <dcterms:modified xsi:type="dcterms:W3CDTF">2026-06-25T13:04:30Z</dcterms:modified>
  <cp:category/>
</cp:coreProperties>
</file>